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656ecfb414dfd" /><Relationship Type="http://schemas.openxmlformats.org/officeDocument/2006/relationships/extended-properties" Target="/docProps/app.xml" Id="R2a8bc20041104cd6" /><Relationship Type="http://schemas.openxmlformats.org/officeDocument/2006/relationships/officeDocument" Target="/ppt/presentation.xml" Id="R88a22f94428a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42e610f7d44501"/>
  </p:sldMasterIdLst>
  <p:notesMasterIdLst>
    <p:notesMasterId xmlns:r="http://schemas.openxmlformats.org/officeDocument/2006/relationships" r:id="Rf69928cd917d4b93"/>
  </p:notesMasterIdLst>
  <p:sldIdLst>
    <p:sldId xmlns:r="http://schemas.openxmlformats.org/officeDocument/2006/relationships" id="256" r:id="R2c7c4cd58b4c45be"/>
  </p:sldIdLst>
  <p:sldSz cx="12192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d702485364e49" /><Relationship Type="http://schemas.openxmlformats.org/officeDocument/2006/relationships/slideMaster" Target="/ppt/slideMasters/slideMaster1.xml" Id="R7442e610f7d44501" /><Relationship Type="http://schemas.openxmlformats.org/officeDocument/2006/relationships/notesMaster" Target="/ppt/notesMasters/notesMaster1.xml" Id="Rf69928cd917d4b93" /><Relationship Type="http://schemas.openxmlformats.org/officeDocument/2006/relationships/presProps" Target="/ppt/presProps.xml" Id="Rfb073b95f84e4265" /><Relationship Type="http://schemas.openxmlformats.org/officeDocument/2006/relationships/tableStyles" Target="/ppt/tableStyles.xml" Id="Rcd01ca60d7a04b09" /><Relationship Type="http://schemas.openxmlformats.org/officeDocument/2006/relationships/slide" Target="/ppt/slides/slide1.xml" Id="R2c7c4cd58b4c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5c05a857e743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c1db25b01344eb" /><Relationship Type="http://schemas.openxmlformats.org/officeDocument/2006/relationships/notesMaster" Target="/ppt/notesMasters/notesMaster1.xml" Id="Re7662d0074ed47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conceptual panels corresponding to Figure 1A-B. No numerical evidence is encoded. Figure 1C remains generated from frozen CSV data by plot_jcim_article_figures_v3.py.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05a57c66f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ac34b31d1e4693" /><Relationship Type="http://schemas.openxmlformats.org/officeDocument/2006/relationships/slideLayout" Target="/ppt/slideLayouts/slideLayout1.xml" Id="Rcd61841bb44340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1841bb44340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f244114204d43" /><Relationship Type="http://schemas.openxmlformats.org/officeDocument/2006/relationships/notesSlide" Target="/ppt/notesSlides/notesSlide1.xml" Id="R44fc996fdee14b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1DB56-8C5F-4091-B2B6-551DBB4A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95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0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88128-C9BD-47AB-B26B-19A80813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Four experimental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8696E-BC42-471D-A09D-EEF23EA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295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 active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62662-D9A8-42DA-ACFF-6319D997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429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 low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8B9BD-2B24-4566-A4E6-CA3EEC3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A87E1-CAF9-45D5-B60A-C53947B3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low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66DB0-E26F-4ADA-B8D0-43869F0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95375"/>
            <a:ext cx="1666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EF7"/>
          </a:solidFill>
          <a:ln xmlns:a="http://schemas.openxmlformats.org/drawingml/2006/main" w="13335">
            <a:solidFill>
              <a:srgbClr val="9ECA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8EC10-A359-4ABA-AD95-07B79911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095375"/>
            <a:ext cx="1666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8DD"/>
          </a:solidFill>
          <a:ln xmlns:a="http://schemas.openxmlformats.org/drawingml/2006/main" w="13335">
            <a:solidFill>
              <a:srgbClr val="F2BE9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E9634-C3A5-4958-9A03-D4938EF0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1666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E6EF"/>
          </a:solidFill>
          <a:ln xmlns:a="http://schemas.openxmlformats.org/drawingml/2006/main" w="13335">
            <a:solidFill>
              <a:srgbClr val="E6B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BB33B-A3F9-4570-83FF-C2A6247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33625"/>
            <a:ext cx="1666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13335">
            <a:solidFill>
              <a:srgbClr val="BDBD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C0D4F-5CDE-45F8-8CF7-65419858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239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7FF24-6A28-42AE-A85C-AAFD93AD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93B22-9907-4E6A-95E6-833FC9D2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81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selective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1EB9A-55BB-424D-AB1C-80540204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D90AE-CC96-4C07-BA7A-6215CDED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19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selective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8457E-471A-4071-B4FD-EC38218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neither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7DBD8-DE4B-456B-99B8-5F48544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05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72A42-8EC3-4C55-BB13-9675CB40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Pocket-matched directional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98207-8DDB-4924-8365-6782FC6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525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8B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D663B-9BC3-4C2C-A5E0-2A88532C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763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Dual vs A-only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A7730-25FF-4032-BEB7-B1E62FA1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9542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score in pocket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7A6E7-524C-429B-9F1B-5332D35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622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8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D487-9684-46E1-A131-2441364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860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Dual vs B-only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DC02D-0C22-4C91-AEFA-12C9707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score in pocket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917B1-73FA-42E4-A9EA-4EFFEF2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summaryₘᵢₙ = min(AUROC D/A, AUROC D/B)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FD9B0-7131-4566-921A-F2D0A27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Both directional AUROCs remain visible</a:t>
            </a:r>
          </a:p>
        </p:txBody>
      </p:sp>
    </p:spTree>
    <p:extLst>
      <p:ext uri="{BB962C8B-B14F-4D97-AF65-F5344CB8AC3E}">
        <p14:creationId xmlns:p14="http://schemas.microsoft.com/office/powerpoint/2010/main" val="329370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2026-09-08T14:02:22.5680000Z</dcterms:created>
  <dcterms:modified xsi:type="dcterms:W3CDTF">2026-09-08T14:02:22.5680000Z</dcterms:modified>
</coreProperties>
</file>